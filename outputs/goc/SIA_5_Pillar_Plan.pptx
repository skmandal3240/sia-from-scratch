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B2D"/>
                </a:solidFill>
              </a:defRPr>
            </a:pPr>
            <a:r>
              <a:t>SIA — AI 5-Pillar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555F6E"/>
                </a:solidFill>
              </a:defRPr>
            </a:pPr>
            <a:r>
              <a:t>India-first, self-funded | Saurabh Mandal Holdings |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B2D"/>
                </a:solidFill>
              </a:defRPr>
            </a:pPr>
            <a:r>
              <a:t>The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OpenAI's moat = inference cost (Jevons paradox: cheaper AI -&gt; exploding usage)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SIA answers India-style: cheaper models, Indian silicon, rented Indian compute now, own DC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97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One profitable app funds all R&amp;D — sell outcomes, not tokens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B2D"/>
                </a:solidFill>
              </a:defRPr>
            </a:pPr>
            <a:r>
              <a:t>Pillar 5 —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PFBR Kalpakkam 500 MWe first criticality 6 Apr 2026 (BHAVINI/DAE)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Nuclear Mission: 100 GW by 2047; Bharat Small Reactors (220 MWe) opening to private sector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97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Near-term: quantised edge models = 10-50x less energy per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12-24 mo: green PPA (IEX/SECI), DC near cheap power, PUE &lt; 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96511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2030s: apply as anchor tenant for dedicated nuclear allocation (NPCIL)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B2D"/>
                </a:solidFill>
              </a:defRPr>
            </a:pPr>
            <a:r>
              <a:t>Pillar 4 —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Tata-PSMC Dholera 28nm fab: trial production Dec 2026, ~50K wafers/mo by 2028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Design our own RISC-V + NPU edge accelerator (28nm) for cameras/drones/phones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97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Partners: InCore/C-DAC (RISC-V), Tata Electronics (fab), DLI covers ~50% design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Hardware-agnostic software layer: ONNX Runtime / llama.cpp / vLLM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96511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LPU-class SRAM inference adopted now; optical = 2028+ R&amp;D with IITs/IISc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B2D"/>
                </a:solidFill>
              </a:defRPr>
            </a:pPr>
            <a:r>
              <a:t>Pillar 3 —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IndiaAI Mission: 38,000+ GPUs; startups up to 40% off -&gt; Rs 65-92/hr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Empaneled: Jio, Yotta, E2E, Tata Comms, C-DAC PARAM (compute.indiaai.gov.in)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97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Run ALL training on rented Indian GPU (portable: K8s/Slurm + containers)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Colocate when GPU spend &gt; Rs 10-15L/month sustained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96511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Own DC trigger: revenue covers 100% capex or grant secured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B2D"/>
                </a:solidFill>
              </a:defRPr>
            </a:pPr>
            <a:r>
              <a:t>Pillar 2 —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SIA-lite (0.5-1B): cameras, drones, IoT | SIA-edge (3-8B): edge boxes | SIA-pro (70B-class):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From-scratch transformer core IN PROGRESS — tokenizer -&gt; attention -&gt; training (this repo)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97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Multimodal in stages: text -&gt; vision -&gt; audio -&gt; video/code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Mo 3-6: LoRA fine-tune 7-8B open model on Indian data (~Rs 20-60K)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96511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Do NOT pretrain 70B from scratch yet — $10M+ and no moat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B2D"/>
                </a:solidFill>
              </a:defRPr>
            </a:pPr>
            <a:r>
              <a:t>Pillar 1 — Applications (revenue engine)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Chosen app #1: Vernacular AI support/agent platform (Hindi + regional voice/text)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Every Indian company has a support budget; sell per-resolution; pure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97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MVP this quarter on SIA-pro; 1 anchor enterprise; bill via UPI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Mo 6+: app #2 (drone/camera edge analytics) from same model 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96511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Entities: SIA AI Pvt Ltd (models) + Mandal Devices (hw) + Akasha Runtime (agents)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B2D"/>
                </a:solidFill>
              </a:defRPr>
            </a:pPr>
            <a:r>
              <a:t>Execution Order &amp;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Phase 0 (wk 1-4): IndiaAI credits + grants; finish SIA core; POC to 5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Phase 1 (mo 2-6): app #1 live + revenue; SIA-pro LoRA; edge quantisation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97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Phase 2 (mo 6-12): app #2; SIA-edge on hardware; RISC-V SoC design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Phase 3 (yr 2): tape-out edge ASIC (Rs 15-30 Cr shared); colocation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96511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Phase 4 (yr 3-5): own DC near green power; optical R&amp;D; BSR application; Global South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B2D"/>
                </a:solidFill>
              </a:defRPr>
            </a:pPr>
            <a:r>
              <a:t>First 7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Apply IndiaAI compute portal (need DPIIT/Startup India number)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Apply SAMRIDH / TIDE 2.0 / IndiaAI grants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797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Ship SIA transformer core smoke test — ON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List 20 candidate app #1 customers; call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96511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F1B2D"/>
                </a:solidFill>
              </a:defRPr>
            </a:pPr>
            <a:r>
              <a:t>•  Draft intro emails: Tata Electronics + InCore; read PFBR/BSR policy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