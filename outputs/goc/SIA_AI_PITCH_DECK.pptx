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B2D"/>
                </a:solidFill>
              </a:defRPr>
            </a:pPr>
            <a:r>
              <a:t>SIA — Private On-Device AI for India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55F6E"/>
                </a:solidFill>
              </a:defRPr>
            </a:pPr>
            <a:r>
              <a:t>India-first, from-scratch multimodal AI | Saurabh Mandal |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900M+ Indians lack reliable high-speed internet — cloud AI is unusable offline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Privacy: users' data leaves their devices to foreign servers (DPDP 2023 pressure)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No credible Indian-language, on-device AI assistant exists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The Solution: 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A private AI companion that runs entirely on your device — no cloud, no data leaving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Multimodal by design: text, audio (listen + generate), vision, video,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From-scratch stack: tokenizer → transformer → tools → training, all original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Built in India, for Indian languages (Hindi + English first)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B2D"/>
                </a:solidFill>
              </a:defRPr>
            </a:pPr>
            <a:r>
              <a:t>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9A441"/>
                </a:solidFill>
              </a:defRPr>
            </a:pPr>
            <a:r>
              <a:t>Tech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From-scratch transformer — no API wrapper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249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On-device privacy is the product, not an add-on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55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Audio-native: hears music/voice, speaks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85615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Edge INT4/INT8 quantized models for 8GB devices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9A441"/>
                </a:solidFill>
              </a:defRPr>
            </a:pPr>
            <a:r>
              <a:t>Market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Cloud chatbots can't work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249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India AI market growing &gt;25%/yr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55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No credible Indian on-device multimodal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85615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B2C freemium + B2B white-label edge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Traction — Working 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From-scratch transformer trained on CPU: 4,000 steps, loss 2.78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9-demo gauntlet passing: text, code, vision, audio-listen, audio-gen, image, video, tools, quantize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Audio→language loop live: SIA hears a WAV, describes it, speaks a reply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VAE decoder: text → 256×256 RGB image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96511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Tool-use agent loop: calc/now/file tools via [[tool:name(args)]]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B2D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9A441"/>
                </a:solidFill>
              </a:defRPr>
            </a:pPr>
            <a:r>
              <a:t>Revenue (Pillar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Freemium companion app (privacy = premium)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249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B2B white-label edge AI for Indian OEMs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55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Reinvest 30–50% margin into models +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9A441"/>
                </a:solidFill>
              </a:defRPr>
            </a:pPr>
            <a:r>
              <a:t>Non-dilutive fuel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TIDE 2.0 (MeitY) — up to ₹50L, dossier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7249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SISFS (DST) — up to ₹50L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25526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IndiaAI compute credits (40% off)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785615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B2D"/>
                </a:solidFill>
              </a:defRPr>
            </a:pPr>
            <a:r>
              <a:t>•  Karnataka Startup/IT policy — Bengaluru-based 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Roadmap (12 months)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M1 (0–3): P1 LoRA fine-tune ≥95% tool-call accuracy; SIA Edge INT8 demo on 8GB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M2 (3–6): First revenue app live — vernacular freemium assistant, 1k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M3 (6–9): B2B pilot with one Indian OEM; SIA Pro multilingual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M4 (9–12): 10k users; edge ASIC pre-feasibility (DLI/PLI)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TIDE 2.0: ₹50L — GPU compute, Indian-language data, product dev,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Compute: ~100–200 GPU-hours/month for LoRA + distillation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Incubator partner: 51 TIDE incubators — Bengaluru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Demo video available on request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B2D"/>
                </a:solidFill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IndiaAI Mission: 34,000 GPUs, 20 sovereign models being funded — timing is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DPDP 2023 makes on-device privacy a regulatory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Jevons paradox: cheaper edge AI → exploding usage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3814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0F1B2D"/>
                </a:solidFill>
              </a:defRPr>
            </a:pPr>
            <a:r>
              <a:t>•  We already have a working from-scratch stack — this is not a deck-only startup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B2D"/>
                </a:solidFill>
              </a:defRPr>
            </a:pPr>
            <a:r>
              <a:t>SIA — Your private intelligence, on your device.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9319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55F6E"/>
                </a:solidFill>
              </a:defRPr>
            </a:pPr>
            <a:r>
              <a:t>saurabh@siacompany.in  |  github.com/skmandal3240/SIA-from-scratch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