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B2D"/>
                </a:solidFill>
              </a:defRPr>
            </a:pPr>
            <a:r>
              <a:t>Project TRINITY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F6E"/>
                </a:solidFill>
              </a:defRPr>
            </a:pPr>
            <a:r>
              <a:t>India's Sovereign AI Infrastructure Company | SIA / Mandal Holdings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India needs its own complete AI stack — compute, data, models, agents, applications — not dependence on foreign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TRINITY builds all five layers; SIA is the AI operating system delivered on every device (Nano → Cloud)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One profitable app funds all R&amp;D — sell outcomes, not tokens (Pillar 1 rule)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Phase-gated funding: MVP ₹2–10 Cr → Global ₹2,000 Cr+; registered Bengaluru, Karnataka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Limited sovereign AI infrastructure; dependence on foreign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900M+ Indians lack reliable connectivity — cloud AI is unusable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DPDP 2023: data leaving devices is a compliance risk — on-device is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High compute costs, fragmented tooling, no credible Indian full-stack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The Solution — SIA, an AI Operating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Family of models on ONE shared stack: tokenizer, architecture, tool-calling, memory format,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SIA Nano 0.5–1B (wearables/IoT) · SIA Edge 2–4B (phones) · SIA Pro 8–14B (workstations) · SIA Cloud 70B+ (data centers)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Private by design: on-device inference keeps data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Multimodal: text, audio, vision, code — audio listen/generate live; VAE image decode 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India's Five-Layer AI Prize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A441"/>
                </a:solidFill>
              </a:defRPr>
            </a:pPr>
            <a:r>
              <a:t>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1. Compute — GPU cloud, chips (GPU/TPU/NPU/photonic)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2. Data — Indian languages, synthetic, SIA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3. Models — SIA family +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4. Agents &amp; OS — AI runtime, SIA Studio/SDK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5. Applications — health/edu/agri/defence/gov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A441"/>
                </a:solidFill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Each layer earns its own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Sovereign moat — replacing foreign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00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Jobs, IP, chips, energy stay in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B2D"/>
                </a:solidFill>
              </a:defRPr>
            </a:pPr>
            <a:r>
              <a:t>•  Government is both customer and mandate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The 5-Layer AI Stack</a:t>
            </a:r>
          </a:p>
        </p:txBody>
      </p:sp>
      <p:pic>
        <p:nvPicPr>
          <p:cNvPr id="3" name="Picture 2" descr="01_5layer_ai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784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F6E"/>
                </a:solidFill>
              </a:defRPr>
            </a:pPr>
            <a:r>
              <a:t>L1 coding agents → L5 chip+energy; outcomes: SIA Everywhere · Root India / Build India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SIA Model Family — One OS, Four Tiers</a:t>
            </a:r>
          </a:p>
        </p:txBody>
      </p:sp>
      <p:pic>
        <p:nvPicPr>
          <p:cNvPr id="3" name="Picture 2" descr="02_sia_model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784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F6E"/>
                </a:solidFill>
              </a:defRPr>
            </a:pPr>
            <a:r>
              <a:t>Nano→Cloud share tokenizer, architecture, tool interface, memory formats, common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B2D"/>
                </a:solidFill>
              </a:defRPr>
            </a:pPr>
            <a:r>
              <a:t>The Agent &amp; Memory Loop</a:t>
            </a:r>
          </a:p>
        </p:txBody>
      </p:sp>
      <p:pic>
        <p:nvPicPr>
          <p:cNvPr id="3" name="Picture 2" descr="03_memory-agents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784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F6E"/>
                </a:solidFill>
              </a:defRPr>
            </a:pPr>
            <a:r>
              <a:t>User → Agent → Tools → Core → Model Family → Memory · DPDP privacy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Market — TAM/SAM/SOM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TAM: India AI spend $12–15B (2026E) → $25–40B (2030E); global AI $800B+ by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SAM: ~$4–6B by 2028 — enterprise AI + on-device Indic + SDK/embedded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SOM: 1% by Y5 ≈ $40–60M ARR (≈₹330–500 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First-mover: no credible full-stack sovereign Indian AI company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Business Model &amp; Financial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Revenue: API · enterprise subscriptions · GPU cloud · licenses · managed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Indicative build: ₹0 → ~₹11 Cr (Y3) → ~₹68 Cr (Y5) → ~₹460 Cr (Y10)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Gross margin 70–85%; LTV/CAC target &gt;3 (4–6×); enterprise churn &lt;5%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Phase-gated raises: MVP ₹2–10 Cr → Growth ₹25–100 Cr → Scale ₹100–500 Cr → National ₹500–2,000 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Competitive Landscape — We Own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Frontier labs (OpenAI/Anthropic/Google): cloud-first, English-first, no sovereign-India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Meta/OSS: strong weights, foreign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India labs: fragmented, not full-stack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TRINITY: from-scratch IP, on-device privacy, Indic-first, sovereign-government alignment — the only full-stack 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Why India,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IndiaAI Mission: 34,000+ GPUs, 367+ datasets, 20 sovereign models already funded [VERIFIED]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DPDP 2023 makes on-device privacy a regulatory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Dholera 28nm fab + DLI/PLI → silicon roadmap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1.4B people; 900M+ offline — on-device is the only deliverable path to them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Roadmap (2026–2035)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 1 (26–27): MVP — SIA Edge companion + 5 pilots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 2 (27–29): Foundation models — Nano/Edge trained, Pro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 3 (29–31): Enterprise platform — agents, SDK,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 4 (31–35): National infra — private cluster → hyperscale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Phase 5 (35+): Global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Traction — Working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From-scratch nano transformer trained on CPU — 9/9 demos pass (text, code, vision, audio-listen, audio-gen, image, video, tools, quantize)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Audio→language loop live; VAE decoder gives real 256×256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LoRA fine-tune pipeline ready (Gemma 3 1B, Colab T4)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Full investor doc set: master report, A/B/C appendices, TAM, financials, competitive, GTM, hiring, 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The Ask — ₹2–10 Cr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Use of funds: team ~30%, compute ~35%, data/fine-tuning ~20%, legal/SDK ~15%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Targets: live flagship demo + 3–5 enterprise/government pilots + DPIIT/Startup India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Milestones unlock Growth round ₹25–100 Cr for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B2D"/>
                </a:solidFill>
              </a:defRPr>
            </a:pPr>
            <a:r>
              <a:t>•  Government path: TIDE 2.0, SISFS, IndiaAI, SAMRIDH + Karnataka state schemes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B2D"/>
                </a:solidFill>
              </a:defRPr>
            </a:pPr>
            <a:r>
              <a:t>Join the Sovereign AI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F6E"/>
                </a:solidFill>
              </a:defRPr>
            </a:pPr>
            <a:r>
              <a:t>SIA — Your private intelligence, on your device. India is the root.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